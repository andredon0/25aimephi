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image/png" Extension="png"/>
  <Default ContentType="image/gif" Extension="gif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3" Target="docProps/core.xml" Type="http://schemas.openxmlformats.org/package/2006/relationships/metadata/core-properties"/>
  <Relationship Id="rId2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</p:presentation>
</file>

<file path=ppt/tableStyles.xml><?xml version="1.0" encoding="utf-8"?>
<a:tblStyleLs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vert" pos="3840"/>
        <p:guide orient="horz" pos="2160"/>
      </p:guideLst>
    </p:cSldViewPr>
  </p:slideViewPr>
  <p:gridSpacing cx="180000" cy="180000"/>
</p:viewPr>
</file>

<file path=ppt/_rels/presentation.xml.rels><?xml version="1.0" encoding="UTF-8" standalone="no" ?>
<Relationships xmlns="http://schemas.openxmlformats.org/package/2006/relationships">
  <Relationship Id="rId27" Target="slides/slide25.xml" Type="http://schemas.openxmlformats.org/officeDocument/2006/relationships/slide"/>
  <Relationship Id="rId29" Target="tableStyles.xml" Type="http://schemas.openxmlformats.org/officeDocument/2006/relationships/tableStyles"/>
  <Relationship Id="rId10" Target="slides/slide8.xml" Type="http://schemas.openxmlformats.org/officeDocument/2006/relationships/slide"/>
  <Relationship Id="rId5" Target="slides/slide3.xml" Type="http://schemas.openxmlformats.org/officeDocument/2006/relationships/slide"/>
  <Relationship Id="rId7" Target="slides/slide5.xml" Type="http://schemas.openxmlformats.org/officeDocument/2006/relationships/slide"/>
  <Relationship Id="rId15" Target="slides/slide13.xml" Type="http://schemas.openxmlformats.org/officeDocument/2006/relationships/slide"/>
  <Relationship Id="rId28" Target="slides/slide26.xml" Type="http://schemas.openxmlformats.org/officeDocument/2006/relationships/slide"/>
  <Relationship Id="rId4" Target="slides/slide2.xml" Type="http://schemas.openxmlformats.org/officeDocument/2006/relationships/slide"/>
  <Relationship Id="rId6" Target="slides/slide4.xml" Type="http://schemas.openxmlformats.org/officeDocument/2006/relationships/slide"/>
  <Relationship Id="rId3" Target="slides/slide1.xml" Type="http://schemas.openxmlformats.org/officeDocument/2006/relationships/slide"/>
  <Relationship Id="rId19" Target="slides/slide17.xml" Type="http://schemas.openxmlformats.org/officeDocument/2006/relationships/slide"/>
  <Relationship Id="rId9" Target="slides/slide7.xml" Type="http://schemas.openxmlformats.org/officeDocument/2006/relationships/slide"/>
  <Relationship Id="rId1" Target="theme/theme1.xml" Type="http://schemas.openxmlformats.org/officeDocument/2006/relationships/theme"/>
  <Relationship Id="rId18" Target="slides/slide16.xml" Type="http://schemas.openxmlformats.org/officeDocument/2006/relationships/slide"/>
  <Relationship Id="rId22" Target="slides/slide20.xml" Type="http://schemas.openxmlformats.org/officeDocument/2006/relationships/slide"/>
  <Relationship Id="rId21" Target="slides/slide19.xml" Type="http://schemas.openxmlformats.org/officeDocument/2006/relationships/slide"/>
  <Relationship Id="rId20" Target="slides/slide18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24" Target="slides/slide22.xml" Type="http://schemas.openxmlformats.org/officeDocument/2006/relationships/slide"/>
  <Relationship Id="rId11" Target="slides/slide9.xml" Type="http://schemas.openxmlformats.org/officeDocument/2006/relationships/slide"/>
  <Relationship Id="rId2" Target="slideMasters/slideMaster1.xml" Type="http://schemas.openxmlformats.org/officeDocument/2006/relationships/slideMaster"/>
  <Relationship Id="rId30" Target="viewProps.xml" Type="http://schemas.openxmlformats.org/officeDocument/2006/relationships/viewProps"/>
  <Relationship Id="rId26" Target="slides/slide24.xml" Type="http://schemas.openxmlformats.org/officeDocument/2006/relationships/slide"/>
  <Relationship Id="rId12" Target="slides/slide10.xml" Type="http://schemas.openxmlformats.org/officeDocument/2006/relationships/slide"/>
  <Relationship Id="rId25" Target="slides/slide23.xml" Type="http://schemas.openxmlformats.org/officeDocument/2006/relationships/slide"/>
  <Relationship Id="rId17" Target="slides/slide15.xml" Type="http://schemas.openxmlformats.org/officeDocument/2006/relationships/slide"/>
  <Relationship Id="rId23" Target="slides/slide21.xml" Type="http://schemas.openxmlformats.org/officeDocument/2006/relationships/slide"/>
  <Relationship Id="rId8" Target="slides/slide6.xml" Type="http://schemas.openxmlformats.org/officeDocument/2006/relationships/slide"/>
  <Relationship Id="rId16" Target="slides/slide14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4" Target="../slideMasters/slideMaster1.xml" Type="http://schemas.openxmlformats.org/officeDocument/2006/relationships/slideMaster"/>
  <Relationship Id="rId1" Target="../media/1.png" Type="http://schemas.openxmlformats.org/officeDocument/2006/relationships/image"/>
  <Relationship Id="rId3" Target="../media/3.png" Type="http://schemas.openxmlformats.org/officeDocument/2006/relationships/image"/>
  <Relationship Id="rId2" Target="../media/2.png" Type="http://schemas.openxmlformats.org/officeDocument/2006/relationships/image"/>
</Relationships>

</file>

<file path=ppt/slideLayouts/_rels/slideLayout3.xml.rels><?xml version="1.0" encoding="UTF-8" standalone="no" ?>
<Relationships xmlns="http://schemas.openxmlformats.org/package/2006/relationships">
  <Relationship Id="rId4" Target="../slideMasters/slideMaster1.xml" Type="http://schemas.openxmlformats.org/officeDocument/2006/relationships/slideMaster"/>
  <Relationship Id="rId1" Target="../media/1.png" Type="http://schemas.openxmlformats.org/officeDocument/2006/relationships/image"/>
  <Relationship Id="rId3" Target="../media/4.png" Type="http://schemas.openxmlformats.org/officeDocument/2006/relationships/image"/>
  <Relationship Id="rId2" Target="../media/2.png" Type="http://schemas.openxmlformats.org/officeDocument/2006/relationships/image"/>
</Relationships>

</file>

<file path=ppt/slideLayouts/_rels/slideLayout4.xml.rels><?xml version="1.0" encoding="UTF-8" standalone="no" ?>
<Relationships xmlns="http://schemas.openxmlformats.org/package/2006/relationships">
  <Relationship Id="rId1" Target="../media/5.png" Type="http://schemas.openxmlformats.org/officeDocument/2006/relationships/image"/>
  <Relationship Id="rId3" Target="../slideMasters/slideMaster1.xml" Type="http://schemas.openxmlformats.org/officeDocument/2006/relationships/slideMaster"/>
  <Relationship Id="rId2" Target="../media/6.png" Type="http://schemas.openxmlformats.org/officeDocument/2006/relationships/image"/>
</Relationships>

</file>

<file path=ppt/slideLayouts/_rels/slideLayout5.xml.rels><?xml version="1.0" encoding="UTF-8" standalone="no" ?>
<Relationships xmlns="http://schemas.openxmlformats.org/package/2006/relationships">
  <Relationship Id="rId4" Target="../slideMasters/slideMaster1.xml" Type="http://schemas.openxmlformats.org/officeDocument/2006/relationships/slideMaster"/>
  <Relationship Id="rId1" Target="../media/1.png" Type="http://schemas.openxmlformats.org/officeDocument/2006/relationships/image"/>
  <Relationship Id="rId3" Target="../media/2.png" Type="http://schemas.openxmlformats.org/officeDocument/2006/relationships/image"/>
  <Relationship Id="rId2" Target="../media/7.png" Type="http://schemas.openxmlformats.org/officeDocument/2006/relationships/image"/>
</Relationships>

</file>

<file path=ppt/slideLayouts/_rels/slideLayout6.xml.rels><?xml version="1.0" encoding="UTF-8" standalone="no" ?>
<Relationships xmlns="http://schemas.openxmlformats.org/package/2006/relationships">
  <Relationship Id="rId1" Target="../media/5.pn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4" Target="../slideMasters/slideMaster1.xml" Type="http://schemas.openxmlformats.org/officeDocument/2006/relationships/slideMaster"/>
  <Relationship Id="rId1" Target="../media/8.png" Type="http://schemas.openxmlformats.org/officeDocument/2006/relationships/image"/>
  <Relationship Id="rId3" Target="../media/2.png" Type="http://schemas.openxmlformats.org/officeDocument/2006/relationships/image"/>
  <Relationship Id="rId2" Target="../media/1.png" Type="http://schemas.openxmlformats.org/officeDocument/2006/relationships/image"/>
</Relationships>

</file>

<file path=ppt/slideLayouts/_rels/slideLayout8.xml.rels><?xml version="1.0" encoding="UTF-8" standalone="no" ?>
<Relationships xmlns="http://schemas.openxmlformats.org/package/2006/relationships">
  <Relationship Id="rId1" Target="../media/9.pn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4" Target="../slideMasters/slideMaster1.xml" Type="http://schemas.openxmlformats.org/officeDocument/2006/relationships/slideMaster"/>
  <Relationship Id="rId1" Target="../media/1.png" Type="http://schemas.openxmlformats.org/officeDocument/2006/relationships/image"/>
  <Relationship Id="rId3" Target="../media/10.png" Type="http://schemas.openxmlformats.org/officeDocument/2006/relationships/image"/>
  <Relationship Id="rId2" Target="../media/2.png" Type="http://schemas.openxmlformats.org/officeDocument/2006/relationships/image"/>
</Relationships>

</file>

<file path=ppt/slideLayouts/slideLayout1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37" name="GroupShape 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8" name="Shape 3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720" lIns="91440" rIns="91440" tIns="45720"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39" name="Shape 39"/>
          <p:cNvSpPr txBox="true"/>
          <p:nvPr isPhoto="false">
            <p:ph idx="5" type="body"/>
          </p:nvPr>
        </p:nvSpPr>
        <p:spPr>
          <a:prstGeom prst="rect">
            <a:avLst/>
          </a:prstGeom>
        </p:spPr>
        <p:txBody>
          <a:bodyPr bIns="45720" lIns="91440" rIns="91440" tIns="45720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40" name="Shape 4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 bIns="45720" lIns="91440" rIns="91440" tIns="45720"/>
          <a:lstStyle>
            <a:defPPr/>
            <a:lvl1pPr lvl="0"/>
          </a:lstStyle>
          <a:p>
            <a:r>
              <a:t>04.04.2026</a:t>
            </a:r>
          </a:p>
        </p:txBody>
      </p:sp>
      <p:sp>
        <p:nvSpPr>
          <p:cNvPr hidden="false" id="41" name="Shape 4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 bIns="45720" lIns="91440" rIns="91440" tIns="45720"/>
          <a:lstStyle>
            <a:defPPr/>
            <a:lvl1pPr lvl="0"/>
          </a:lstStyle>
          <a:p/>
        </p:txBody>
      </p:sp>
      <p:sp>
        <p:nvSpPr>
          <p:cNvPr hidden="false" id="42" name="Shape 4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 bIns="45720" lIns="91440" rIns="91440" tIns="45720"/>
          <a:lstStyle>
            <a:defPPr/>
            <a:lvl1pPr lvl="0"/>
          </a:lstStyle>
          <a:p>
            <a:fld id="{A1B86B85-A948-4EDB-9BBB-4F1DCE30703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Шапка с логотипом коня (серая)">
    <p:spTree>
      <p:nvGrpSpPr>
        <p:cNvPr hidden="false" id="2" name="GroupShape 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" name="Shape 3"/>
          <p:cNvSpPr txBox="false"/>
          <p:nvPr isPhoto="false"/>
        </p:nvSpPr>
        <p:spPr>
          <a:xfrm flipH="false" flipV="false" rot="0"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5" name="Picture 5"/>
          <p:cNvPicPr preferRelativeResize="true"/>
          <p:nvPr isPhoto="false"/>
        </p:nvPicPr>
        <p:blipFill>
          <a:blip r:embed="rId1"/>
          <a:srcRect b="40680" l="86780" r="-4361" t="32381"/>
          <a:stretch/>
        </p:blipFill>
        <p:spPr>
          <a:xfrm flipH="false" flipV="false" rot="0">
            <a:off x="0" y="1269807"/>
            <a:ext cx="982787" cy="1505489"/>
          </a:xfrm>
          <a:prstGeom prst="rect">
            <a:avLst/>
          </a:prstGeom>
        </p:spPr>
      </p:pic>
      <p:pic>
        <p:nvPicPr>
          <p:cNvPr hidden="false" id="7" name="Picture 7"/>
          <p:cNvPicPr preferRelativeResize="true"/>
          <p:nvPr isPhoto="false"/>
        </p:nvPicPr>
        <p:blipFill>
          <a:blip r:embed="rId1"/>
          <a:srcRect b="88431" l="61576" r="20843" t="1513"/>
          <a:stretch/>
        </p:blipFill>
        <p:spPr>
          <a:xfrm flipH="false" flipV="false" rot="0">
            <a:off x="0" y="6296025"/>
            <a:ext cx="982787" cy="561975"/>
          </a:xfrm>
          <a:prstGeom prst="rect">
            <a:avLst/>
          </a:prstGeom>
        </p:spPr>
      </p:pic>
      <p:pic>
        <p:nvPicPr>
          <p:cNvPr hidden="false" id="9" name="Picture 9"/>
          <p:cNvPicPr preferRelativeResize="true"/>
          <p:nvPr isPhoto="false"/>
        </p:nvPicPr>
        <p:blipFill>
          <a:blip r:embed="rId2"/>
          <a:srcRect b="31852" l="5148" r="86065" t="45097"/>
          <a:stretch/>
        </p:blipFill>
        <p:spPr>
          <a:xfrm flipH="false" flipV="false" rot="0">
            <a:off x="11703437" y="3382263"/>
            <a:ext cx="491218" cy="1288238"/>
          </a:xfrm>
          <a:prstGeom prst="rect">
            <a:avLst/>
          </a:prstGeom>
        </p:spPr>
      </p:pic>
      <p:sp>
        <p:nvSpPr>
          <p:cNvPr hidden="false" id="10" name="Shape 10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9032836" cy="523219"/>
          </a:xfrm>
          <a:prstGeom prst="rect">
            <a:avLst/>
          </a:prstGeom>
        </p:spPr>
        <p:txBody>
          <a:bodyPr anchor="ctr" bIns="45720" lIns="91440" rIns="91440" tIns="45720" wrap="square">
            <a:spAutoFit/>
          </a:bodyPr>
          <a:lstStyle>
            <a:defPPr/>
            <a:lvl1pPr lvl="0">
              <a:lnSpc>
                <a:spcPct val="100000"/>
              </a:lnSpc>
              <a:defRPr b="true" sz="2800">
                <a:solidFill>
                  <a:srgbClr val="0055B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11" name="Shape 11"/>
          <p:cNvSpPr txBox="true"/>
          <p:nvPr isPhoto="false">
            <p:ph idx="1" type="body"/>
          </p:nvPr>
        </p:nvSpPr>
        <p:spPr>
          <a:xfrm flipH="false" flipV="false" rot="0">
            <a:off x="559572" y="1729294"/>
            <a:ext cx="1348446" cy="338553"/>
          </a:xfrm>
          <a:prstGeom prst="rect">
            <a:avLst/>
          </a:prstGeom>
        </p:spPr>
        <p:txBody>
          <a:bodyPr anchor="t"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1600">
                <a:solidFill>
                  <a:srgbClr val="00BBEE"/>
                </a:solidFill>
                <a:latin typeface="Montserrat"/>
                <a:ea typeface="Montserrat"/>
                <a:cs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false"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2pPr>
          </a:lstStyle>
          <a:p>
            <a:pPr lvl="0"/>
            <a:r>
              <a:t>Заголовок</a:t>
            </a:r>
          </a:p>
        </p:txBody>
      </p:sp>
      <p:sp>
        <p:nvSpPr>
          <p:cNvPr hidden="false" id="12" name="Shape 12"/>
          <p:cNvSpPr txBox="true"/>
          <p:nvPr isPhoto="false">
            <p:ph idx="2" type="body"/>
          </p:nvPr>
        </p:nvSpPr>
        <p:spPr>
          <a:xfrm flipH="false" flipV="false" rot="0">
            <a:off x="559572" y="2409034"/>
            <a:ext cx="1649810" cy="307776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Образец текста</a:t>
            </a:r>
          </a:p>
        </p:txBody>
      </p:sp>
      <p:pic>
        <p:nvPicPr>
          <p:cNvPr hidden="false" id="14" name="Picture 14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hidden="false" id="15" name="Shape 15"/>
          <p:cNvSpPr txBox="false"/>
          <p:nvPr isPhoto="false"/>
        </p:nvSpPr>
        <p:spPr>
          <a:xfrm flipH="false" flipV="false" rot="0">
            <a:off x="11641138" y="6453188"/>
            <a:ext cx="415497" cy="307776"/>
          </a:xfrm>
          <a:prstGeom prst="rect">
            <a:avLst/>
          </a:prstGeom>
        </p:spPr>
        <p:txBody>
          <a:bodyPr bIns="45720" lIns="91440" rIns="91440" tIns="45720" wrap="none">
            <a:spAutoFit/>
          </a:bodyPr>
          <a:p>
            <a:pPr algn="l" indent="0" marL="0"/>
            <a:fld id="{59CE4EEF-1A1F-43A4-B154-26C7E977BE6A}" type="slidenum">
              <a:rPr sz="1400">
                <a:solidFill>
                  <a:srgbClr val="8F9092"/>
                </a:solidFill>
                <a:latin typeface="Montserrat"/>
                <a:ea typeface="Montserrat"/>
                <a:cs typeface="Montserrat"/>
              </a:rPr>
              <a:t>&lt;#&gt;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Шапка с логотипом коня (белая)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8" name="Picture 18"/>
          <p:cNvPicPr preferRelativeResize="true"/>
          <p:nvPr isPhoto="false"/>
        </p:nvPicPr>
        <p:blipFill>
          <a:blip r:embed="rId1"/>
          <a:srcRect b="40680" l="86780" r="-4361" t="32381"/>
          <a:stretch/>
        </p:blipFill>
        <p:spPr>
          <a:xfrm flipH="false" flipV="false" rot="0">
            <a:off x="0" y="1269807"/>
            <a:ext cx="982787" cy="1505489"/>
          </a:xfrm>
          <a:prstGeom prst="rect">
            <a:avLst/>
          </a:prstGeom>
        </p:spPr>
      </p:pic>
      <p:pic>
        <p:nvPicPr>
          <p:cNvPr hidden="false" id="20" name="Picture 20"/>
          <p:cNvPicPr preferRelativeResize="true"/>
          <p:nvPr isPhoto="false"/>
        </p:nvPicPr>
        <p:blipFill>
          <a:blip r:embed="rId1"/>
          <a:srcRect b="88431" l="61576" r="20843" t="1513"/>
          <a:stretch/>
        </p:blipFill>
        <p:spPr>
          <a:xfrm flipH="false" flipV="false" rot="0">
            <a:off x="0" y="6296025"/>
            <a:ext cx="982787" cy="561975"/>
          </a:xfrm>
          <a:prstGeom prst="rect">
            <a:avLst/>
          </a:prstGeom>
        </p:spPr>
      </p:pic>
      <p:pic>
        <p:nvPicPr>
          <p:cNvPr hidden="false" id="22" name="Picture 22"/>
          <p:cNvPicPr preferRelativeResize="true"/>
          <p:nvPr isPhoto="false"/>
        </p:nvPicPr>
        <p:blipFill>
          <a:blip r:embed="rId2"/>
          <a:srcRect b="31852" l="5148" r="86065" t="45097"/>
          <a:stretch/>
        </p:blipFill>
        <p:spPr>
          <a:xfrm flipH="false" flipV="false" rot="0">
            <a:off x="11703437" y="3382263"/>
            <a:ext cx="491218" cy="1288238"/>
          </a:xfrm>
          <a:prstGeom prst="rect">
            <a:avLst/>
          </a:prstGeom>
        </p:spPr>
      </p:pic>
      <p:sp>
        <p:nvSpPr>
          <p:cNvPr hidden="false" id="23" name="Shape 23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8900951" cy="523219"/>
          </a:xfrm>
          <a:prstGeom prst="rect">
            <a:avLst/>
          </a:prstGeom>
        </p:spPr>
        <p:txBody>
          <a:bodyPr anchor="ctr" bIns="45720" lIns="91440" rIns="91440" tIns="45720" wrap="square">
            <a:spAutoFit/>
          </a:bodyPr>
          <a:lstStyle>
            <a:defPPr/>
            <a:lvl1pPr lvl="0">
              <a:lnSpc>
                <a:spcPct val="100000"/>
              </a:lnSpc>
              <a:defRPr b="true" sz="2800">
                <a:solidFill>
                  <a:srgbClr val="E46C2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24" name="Shape 24"/>
          <p:cNvSpPr txBox="true"/>
          <p:nvPr isPhoto="false">
            <p:ph idx="1" type="body"/>
          </p:nvPr>
        </p:nvSpPr>
        <p:spPr>
          <a:xfrm flipH="false" flipV="false" rot="0">
            <a:off x="559572" y="1729294"/>
            <a:ext cx="1348446" cy="338553"/>
          </a:xfrm>
          <a:prstGeom prst="rect">
            <a:avLst/>
          </a:prstGeom>
        </p:spPr>
        <p:txBody>
          <a:bodyPr anchor="t"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1600">
                <a:solidFill>
                  <a:srgbClr val="00BBEE"/>
                </a:solidFill>
                <a:latin typeface="Montserrat"/>
                <a:ea typeface="Montserrat"/>
                <a:cs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false"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2pPr>
          </a:lstStyle>
          <a:p>
            <a:pPr lvl="0"/>
            <a:r>
              <a:t>Заголовок</a:t>
            </a:r>
          </a:p>
        </p:txBody>
      </p:sp>
      <p:sp>
        <p:nvSpPr>
          <p:cNvPr hidden="false" id="25" name="Shape 25"/>
          <p:cNvSpPr txBox="true"/>
          <p:nvPr isPhoto="false">
            <p:ph idx="2" type="body"/>
          </p:nvPr>
        </p:nvSpPr>
        <p:spPr>
          <a:xfrm flipH="false" flipV="false" rot="0">
            <a:off x="559572" y="2409034"/>
            <a:ext cx="1649810" cy="307776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Образец текста</a:t>
            </a:r>
          </a:p>
        </p:txBody>
      </p:sp>
      <p:pic>
        <p:nvPicPr>
          <p:cNvPr hidden="false" id="27" name="Picture 27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hidden="false" id="28" name="Shape 28"/>
          <p:cNvSpPr txBox="false"/>
          <p:nvPr isPhoto="false"/>
        </p:nvSpPr>
        <p:spPr>
          <a:xfrm flipH="false" flipV="false" rot="0">
            <a:off x="11641138" y="6453188"/>
            <a:ext cx="415497" cy="307776"/>
          </a:xfrm>
          <a:prstGeom prst="rect">
            <a:avLst/>
          </a:prstGeom>
        </p:spPr>
        <p:txBody>
          <a:bodyPr bIns="45720" lIns="91440" rIns="91440" tIns="45720" wrap="none">
            <a:spAutoFit/>
          </a:bodyPr>
          <a:p>
            <a:pPr algn="l" indent="0" marL="0"/>
            <a:fld id="{C95D8587-EE3C-44E2-A351-F93532B397A5}" type="slidenum">
              <a:rPr sz="1400">
                <a:solidFill>
                  <a:srgbClr val="8F9092"/>
                </a:solidFill>
                <a:latin typeface="Montserrat"/>
                <a:ea typeface="Montserrat"/>
                <a:cs typeface="Montserrat"/>
              </a:rPr>
              <a:t>&lt;#&gt;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Титульный слайд 1">
    <p:spTree>
      <p:nvGrpSpPr>
        <p:cNvPr hidden="false" id="29" name="GroupShape 2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31" name="Picture 31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hidden="false" id="33" name="Picture 33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560194" y="558606"/>
            <a:ext cx="2484000" cy="1656000"/>
          </a:xfrm>
          <a:prstGeom prst="rect">
            <a:avLst/>
          </a:prstGeom>
        </p:spPr>
      </p:pic>
      <p:sp>
        <p:nvSpPr>
          <p:cNvPr hidden="false" id="34" name="Shape 34"/>
          <p:cNvSpPr txBox="true"/>
          <p:nvPr isPhoto="false">
            <p:ph idx="2" type="body"/>
          </p:nvPr>
        </p:nvSpPr>
        <p:spPr>
          <a:xfrm flipH="false" flipV="false" rot="0">
            <a:off x="560194" y="6083856"/>
            <a:ext cx="1649810" cy="369332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01.01.2010</a:t>
            </a:r>
          </a:p>
        </p:txBody>
      </p:sp>
      <p:sp>
        <p:nvSpPr>
          <p:cNvPr hidden="false" id="35" name="Shape 35"/>
          <p:cNvSpPr txBox="true"/>
          <p:nvPr isPhoto="false">
            <p:ph idx="3" type="body"/>
          </p:nvPr>
        </p:nvSpPr>
        <p:spPr>
          <a:xfrm flipH="false" flipV="false" rot="0">
            <a:off x="560194" y="2567225"/>
            <a:ext cx="2694755" cy="461665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Подзаголовок</a:t>
            </a:r>
          </a:p>
        </p:txBody>
      </p:sp>
      <p:sp>
        <p:nvSpPr>
          <p:cNvPr hidden="false" id="36" name="Shape 36"/>
          <p:cNvSpPr txBox="true"/>
          <p:nvPr isPhoto="false">
            <p:ph idx="4" type="body"/>
          </p:nvPr>
        </p:nvSpPr>
        <p:spPr>
          <a:xfrm flipH="false" flipV="false" rot="0">
            <a:off x="560194" y="3198167"/>
            <a:ext cx="2936041" cy="646330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3600">
                <a:solidFill>
                  <a:srgbClr val="0055B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Заголовок</a:t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Шапка с атомом">
    <p:spTree>
      <p:nvGrpSpPr>
        <p:cNvPr hidden="false" id="43" name="GroupShape 4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4" name="Shape 44"/>
          <p:cNvSpPr txBox="false"/>
          <p:nvPr isPhoto="false"/>
        </p:nvSpPr>
        <p:spPr>
          <a:xfrm flipH="false" flipV="false" rot="0">
            <a:off x="11641138" y="6453188"/>
            <a:ext cx="415497" cy="307776"/>
          </a:xfrm>
          <a:prstGeom prst="rect">
            <a:avLst/>
          </a:prstGeom>
        </p:spPr>
        <p:txBody>
          <a:bodyPr bIns="45720" lIns="91440" rIns="91440" tIns="45720" wrap="none">
            <a:spAutoFit/>
          </a:bodyPr>
          <a:p>
            <a:pPr algn="l" indent="0" marL="0"/>
            <a:fld id="{4FB26207-0957-40BD-90AD-5EBFFDF6C75C}" type="slidenum">
              <a:rPr sz="1400">
                <a:solidFill>
                  <a:srgbClr val="8F9092"/>
                </a:solidFill>
                <a:latin typeface="Montserrat"/>
                <a:ea typeface="Montserrat"/>
                <a:cs typeface="Montserrat"/>
              </a:rPr>
              <a:t>&lt;#&gt;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46" name="Picture 46"/>
          <p:cNvPicPr preferRelativeResize="true"/>
          <p:nvPr isPhoto="false"/>
        </p:nvPicPr>
        <p:blipFill>
          <a:blip r:embed="rId1"/>
          <a:srcRect b="40680" l="86780" r="-4361" t="32381"/>
          <a:stretch/>
        </p:blipFill>
        <p:spPr>
          <a:xfrm flipH="false" flipV="false" rot="0">
            <a:off x="0" y="1269807"/>
            <a:ext cx="982787" cy="1505489"/>
          </a:xfrm>
          <a:prstGeom prst="rect">
            <a:avLst/>
          </a:prstGeom>
        </p:spPr>
      </p:pic>
      <p:sp>
        <p:nvSpPr>
          <p:cNvPr hidden="false" id="47" name="Shape 47"/>
          <p:cNvSpPr txBox="false"/>
          <p:nvPr isPhoto="false"/>
        </p:nvSpPr>
        <p:spPr>
          <a:xfrm flipH="false" flipV="false" rot="0"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rgbClr val="0055BB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49" name="Picture 49"/>
          <p:cNvPicPr preferRelativeResize="true"/>
          <p:nvPr isPhoto="false"/>
        </p:nvPicPr>
        <p:blipFill>
          <a:blip r:embed="rId2"/>
          <a:srcRect b="46857" l="0" r="0" t="23654"/>
          <a:stretch/>
        </p:blipFill>
        <p:spPr>
          <a:xfrm flipH="false" flipV="false" rot="0">
            <a:off x="8040340" y="-1"/>
            <a:ext cx="4151659" cy="1223999"/>
          </a:xfrm>
          <a:prstGeom prst="rect">
            <a:avLst/>
          </a:prstGeom>
        </p:spPr>
      </p:pic>
      <p:pic>
        <p:nvPicPr>
          <p:cNvPr hidden="false" id="51" name="Picture 51"/>
          <p:cNvPicPr preferRelativeResize="true"/>
          <p:nvPr isPhoto="false"/>
        </p:nvPicPr>
        <p:blipFill>
          <a:blip r:embed="rId1"/>
          <a:srcRect b="88431" l="61576" r="20843" t="1513"/>
          <a:stretch/>
        </p:blipFill>
        <p:spPr>
          <a:xfrm flipH="false" flipV="false" rot="0">
            <a:off x="0" y="6296025"/>
            <a:ext cx="982787" cy="561975"/>
          </a:xfrm>
          <a:prstGeom prst="rect">
            <a:avLst/>
          </a:prstGeom>
        </p:spPr>
      </p:pic>
      <p:pic>
        <p:nvPicPr>
          <p:cNvPr hidden="false" id="53" name="Picture 53"/>
          <p:cNvPicPr preferRelativeResize="true"/>
          <p:nvPr isPhoto="false"/>
        </p:nvPicPr>
        <p:blipFill>
          <a:blip r:embed="rId3"/>
          <a:srcRect b="31852" l="5148" r="86065" t="45097"/>
          <a:stretch/>
        </p:blipFill>
        <p:spPr>
          <a:xfrm flipH="false" flipV="false" rot="0">
            <a:off x="11703437" y="3382263"/>
            <a:ext cx="491218" cy="1288238"/>
          </a:xfrm>
          <a:prstGeom prst="rect">
            <a:avLst/>
          </a:prstGeom>
        </p:spPr>
      </p:pic>
      <p:sp>
        <p:nvSpPr>
          <p:cNvPr hidden="false" id="54" name="Shape 54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11081566" cy="523219"/>
          </a:xfrm>
          <a:prstGeom prst="rect">
            <a:avLst/>
          </a:prstGeom>
        </p:spPr>
        <p:txBody>
          <a:bodyPr anchor="ctr" bIns="45720" lIns="91440" rIns="91440" tIns="45720" wrap="square">
            <a:spAutoFit/>
          </a:bodyPr>
          <a:lstStyle>
            <a:defPPr/>
            <a:lvl1pPr lvl="0">
              <a:lnSpc>
                <a:spcPct val="100000"/>
              </a:lnSpc>
              <a:defRPr b="true" sz="28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55" name="Shape 55"/>
          <p:cNvSpPr txBox="true"/>
          <p:nvPr isPhoto="false">
            <p:ph idx="1" type="body"/>
          </p:nvPr>
        </p:nvSpPr>
        <p:spPr>
          <a:xfrm flipH="false" flipV="false" rot="0">
            <a:off x="559572" y="1729294"/>
            <a:ext cx="1348446" cy="338553"/>
          </a:xfrm>
          <a:prstGeom prst="rect">
            <a:avLst/>
          </a:prstGeom>
        </p:spPr>
        <p:txBody>
          <a:bodyPr anchor="t"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1600">
                <a:solidFill>
                  <a:schemeClr val="accent2"/>
                </a:solidFill>
                <a:latin typeface="Montserrat"/>
                <a:ea typeface="Montserrat"/>
                <a:cs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false"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2pPr>
          </a:lstStyle>
          <a:p>
            <a:pPr lvl="0"/>
            <a:r>
              <a:t>Заголовок</a:t>
            </a:r>
          </a:p>
        </p:txBody>
      </p:sp>
      <p:sp>
        <p:nvSpPr>
          <p:cNvPr hidden="false" id="56" name="Shape 56"/>
          <p:cNvSpPr txBox="true"/>
          <p:nvPr isPhoto="false">
            <p:ph idx="2" type="body"/>
          </p:nvPr>
        </p:nvSpPr>
        <p:spPr>
          <a:xfrm flipH="false" flipV="false" rot="0">
            <a:off x="559572" y="2409034"/>
            <a:ext cx="1649810" cy="307776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Образец текста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Заключительный слайд">
    <p:spTree>
      <p:nvGrpSpPr>
        <p:cNvPr hidden="false" id="57" name="GroupShape 5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59" name="Picture 59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hidden="false" id="60" name="Shape 60"/>
          <p:cNvSpPr txBox="true"/>
          <p:nvPr isPhoto="false">
            <p:ph idx="4" type="body"/>
          </p:nvPr>
        </p:nvSpPr>
        <p:spPr>
          <a:xfrm flipH="false" flipV="false" rot="0">
            <a:off x="560194" y="3105834"/>
            <a:ext cx="2936041" cy="646331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3600">
                <a:solidFill>
                  <a:srgbClr val="0055B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Заголовок</a:t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Шапка с логотипом без коня (синяя)">
    <p:spTree>
      <p:nvGrpSpPr>
        <p:cNvPr hidden="false" id="61" name="GroupShape 6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2" name="Shape 62"/>
          <p:cNvSpPr txBox="false"/>
          <p:nvPr isPhoto="false"/>
        </p:nvSpPr>
        <p:spPr>
          <a:xfrm flipH="false" flipV="false" rot="0"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64" name="Picture 64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9992762" y="170399"/>
            <a:ext cx="1655999" cy="883199"/>
          </a:xfrm>
          <a:prstGeom prst="rect">
            <a:avLst/>
          </a:prstGeom>
        </p:spPr>
      </p:pic>
      <p:pic>
        <p:nvPicPr>
          <p:cNvPr hidden="false" id="66" name="Picture 66"/>
          <p:cNvPicPr preferRelativeResize="true"/>
          <p:nvPr isPhoto="false"/>
        </p:nvPicPr>
        <p:blipFill>
          <a:blip r:embed="rId2"/>
          <a:srcRect b="40680" l="86780" r="-4361" t="32381"/>
          <a:stretch/>
        </p:blipFill>
        <p:spPr>
          <a:xfrm flipH="false" flipV="false" rot="0">
            <a:off x="0" y="1269807"/>
            <a:ext cx="982787" cy="1505489"/>
          </a:xfrm>
          <a:prstGeom prst="rect">
            <a:avLst/>
          </a:prstGeom>
        </p:spPr>
      </p:pic>
      <p:pic>
        <p:nvPicPr>
          <p:cNvPr hidden="false" id="68" name="Picture 68"/>
          <p:cNvPicPr preferRelativeResize="true"/>
          <p:nvPr isPhoto="false"/>
        </p:nvPicPr>
        <p:blipFill>
          <a:blip r:embed="rId2"/>
          <a:srcRect b="88431" l="61576" r="20843" t="1513"/>
          <a:stretch/>
        </p:blipFill>
        <p:spPr>
          <a:xfrm flipH="false" flipV="false" rot="0">
            <a:off x="0" y="6296025"/>
            <a:ext cx="982787" cy="561975"/>
          </a:xfrm>
          <a:prstGeom prst="rect">
            <a:avLst/>
          </a:prstGeom>
        </p:spPr>
      </p:pic>
      <p:pic>
        <p:nvPicPr>
          <p:cNvPr hidden="false" id="70" name="Picture 70"/>
          <p:cNvPicPr preferRelativeResize="true"/>
          <p:nvPr isPhoto="false"/>
        </p:nvPicPr>
        <p:blipFill>
          <a:blip r:embed="rId3"/>
          <a:srcRect b="31852" l="5148" r="86065" t="45097"/>
          <a:stretch/>
        </p:blipFill>
        <p:spPr>
          <a:xfrm flipH="false" flipV="false" rot="0">
            <a:off x="11703437" y="3382263"/>
            <a:ext cx="491218" cy="1288238"/>
          </a:xfrm>
          <a:prstGeom prst="rect">
            <a:avLst/>
          </a:prstGeom>
        </p:spPr>
      </p:pic>
      <p:sp>
        <p:nvSpPr>
          <p:cNvPr hidden="false" id="71" name="Shape 71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9173513" cy="523219"/>
          </a:xfrm>
          <a:prstGeom prst="rect">
            <a:avLst/>
          </a:prstGeom>
        </p:spPr>
        <p:txBody>
          <a:bodyPr anchor="ctr" bIns="45720" lIns="91440" rIns="91440" tIns="45720" wrap="square">
            <a:spAutoFit/>
          </a:bodyPr>
          <a:lstStyle>
            <a:defPPr/>
            <a:lvl1pPr lvl="0">
              <a:lnSpc>
                <a:spcPct val="100000"/>
              </a:lnSpc>
              <a:defRPr b="true" sz="28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72" name="Shape 72"/>
          <p:cNvSpPr txBox="true"/>
          <p:nvPr isPhoto="false">
            <p:ph idx="1" type="body"/>
          </p:nvPr>
        </p:nvSpPr>
        <p:spPr>
          <a:xfrm flipH="false" flipV="false" rot="0">
            <a:off x="559572" y="1729294"/>
            <a:ext cx="1348446" cy="338553"/>
          </a:xfrm>
          <a:prstGeom prst="rect">
            <a:avLst/>
          </a:prstGeom>
        </p:spPr>
        <p:txBody>
          <a:bodyPr anchor="t"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1600">
                <a:solidFill>
                  <a:srgbClr val="00BBEE"/>
                </a:solidFill>
                <a:latin typeface="Montserrat"/>
                <a:ea typeface="Montserrat"/>
                <a:cs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false"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2pPr>
          </a:lstStyle>
          <a:p>
            <a:pPr lvl="0"/>
            <a:r>
              <a:t>Заголовок</a:t>
            </a:r>
          </a:p>
        </p:txBody>
      </p:sp>
      <p:sp>
        <p:nvSpPr>
          <p:cNvPr hidden="false" id="73" name="Shape 73"/>
          <p:cNvSpPr txBox="true"/>
          <p:nvPr isPhoto="false">
            <p:ph idx="2" type="body"/>
          </p:nvPr>
        </p:nvSpPr>
        <p:spPr>
          <a:xfrm flipH="false" flipV="false" rot="0">
            <a:off x="559572" y="2409034"/>
            <a:ext cx="1649810" cy="307776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74" name="Shape 74"/>
          <p:cNvSpPr txBox="false"/>
          <p:nvPr isPhoto="false"/>
        </p:nvSpPr>
        <p:spPr>
          <a:xfrm flipH="false" flipV="false" rot="0">
            <a:off x="11641138" y="6453188"/>
            <a:ext cx="415497" cy="307776"/>
          </a:xfrm>
          <a:prstGeom prst="rect">
            <a:avLst/>
          </a:prstGeom>
        </p:spPr>
        <p:txBody>
          <a:bodyPr bIns="45720" lIns="91440" rIns="91440" tIns="45720" wrap="none">
            <a:spAutoFit/>
          </a:bodyPr>
          <a:p>
            <a:pPr algn="l" indent="0" marL="0"/>
            <a:fld id="{D0725D6D-557E-4BB8-81EF-CD1F849D57B2}" type="slidenum">
              <a:rPr sz="1400">
                <a:solidFill>
                  <a:srgbClr val="8F9092"/>
                </a:solidFill>
                <a:latin typeface="Montserrat"/>
                <a:ea typeface="Montserrat"/>
                <a:cs typeface="Montserrat"/>
              </a:rPr>
              <a:t>&lt;#&gt;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Титульный слайд 2">
    <p:spTree>
      <p:nvGrpSpPr>
        <p:cNvPr hidden="false" id="75" name="GroupShape 7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6" name="Shape 76"/>
          <p:cNvSpPr txBox="true"/>
          <p:nvPr isPhoto="false">
            <p:ph idx="2" type="body"/>
          </p:nvPr>
        </p:nvSpPr>
        <p:spPr>
          <a:xfrm flipH="false" flipV="false" rot="0">
            <a:off x="6418217" y="6083856"/>
            <a:ext cx="1649811" cy="369332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01.01.2010</a:t>
            </a:r>
          </a:p>
        </p:txBody>
      </p:sp>
      <p:sp>
        <p:nvSpPr>
          <p:cNvPr hidden="false" id="77" name="Shape 77"/>
          <p:cNvSpPr txBox="true"/>
          <p:nvPr isPhoto="false">
            <p:ph idx="3" type="body"/>
          </p:nvPr>
        </p:nvSpPr>
        <p:spPr>
          <a:xfrm flipH="false" flipV="false" rot="0">
            <a:off x="6418217" y="2567225"/>
            <a:ext cx="2694755" cy="461665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Подзаголовок</a:t>
            </a:r>
          </a:p>
        </p:txBody>
      </p:sp>
      <p:sp>
        <p:nvSpPr>
          <p:cNvPr hidden="false" id="78" name="Shape 78"/>
          <p:cNvSpPr txBox="true"/>
          <p:nvPr isPhoto="false">
            <p:ph idx="4" type="body"/>
          </p:nvPr>
        </p:nvSpPr>
        <p:spPr>
          <a:xfrm flipH="false" flipV="false" rot="0">
            <a:off x="6418217" y="3198167"/>
            <a:ext cx="2936041" cy="646330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3600">
                <a:solidFill>
                  <a:srgbClr val="0055B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Заголовок</a:t>
            </a:r>
          </a:p>
        </p:txBody>
      </p:sp>
      <p:pic>
        <p:nvPicPr>
          <p:cNvPr hidden="false" id="80" name="Picture 8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1169250"/>
            <a:ext cx="5886994" cy="4088550"/>
          </a:xfrm>
          <a:prstGeom prst="rect">
            <a:avLst/>
          </a:prstGeom>
        </p:spPr>
      </p:pic>
    </p:spTree>
  </p:cSld>
</p:sldLayout>
</file>

<file path=ppt/slideLayouts/slideLayout9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Шапка с логотипом без коня (белая)">
    <p:spTree>
      <p:nvGrpSpPr>
        <p:cNvPr hidden="false" id="81" name="GroupShape 8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83" name="Picture 83"/>
          <p:cNvPicPr preferRelativeResize="true"/>
          <p:nvPr isPhoto="false"/>
        </p:nvPicPr>
        <p:blipFill>
          <a:blip r:embed="rId1"/>
          <a:srcRect b="40680" l="86780" r="-4361" t="32381"/>
          <a:stretch/>
        </p:blipFill>
        <p:spPr>
          <a:xfrm flipH="false" flipV="false" rot="0">
            <a:off x="0" y="1269807"/>
            <a:ext cx="982787" cy="1505489"/>
          </a:xfrm>
          <a:prstGeom prst="rect">
            <a:avLst/>
          </a:prstGeom>
        </p:spPr>
      </p:pic>
      <p:pic>
        <p:nvPicPr>
          <p:cNvPr hidden="false" id="85" name="Picture 85"/>
          <p:cNvPicPr preferRelativeResize="true"/>
          <p:nvPr isPhoto="false"/>
        </p:nvPicPr>
        <p:blipFill>
          <a:blip r:embed="rId1"/>
          <a:srcRect b="88431" l="61576" r="20843" t="1513"/>
          <a:stretch/>
        </p:blipFill>
        <p:spPr>
          <a:xfrm flipH="false" flipV="false" rot="0">
            <a:off x="0" y="6296025"/>
            <a:ext cx="982787" cy="561975"/>
          </a:xfrm>
          <a:prstGeom prst="rect">
            <a:avLst/>
          </a:prstGeom>
        </p:spPr>
      </p:pic>
      <p:pic>
        <p:nvPicPr>
          <p:cNvPr hidden="false" id="87" name="Picture 87"/>
          <p:cNvPicPr preferRelativeResize="true"/>
          <p:nvPr isPhoto="false"/>
        </p:nvPicPr>
        <p:blipFill>
          <a:blip r:embed="rId2"/>
          <a:srcRect b="31852" l="5148" r="86065" t="45097"/>
          <a:stretch/>
        </p:blipFill>
        <p:spPr>
          <a:xfrm flipH="false" flipV="false" rot="0">
            <a:off x="11703437" y="3382263"/>
            <a:ext cx="491218" cy="1288238"/>
          </a:xfrm>
          <a:prstGeom prst="rect">
            <a:avLst/>
          </a:prstGeom>
        </p:spPr>
      </p:pic>
      <p:sp>
        <p:nvSpPr>
          <p:cNvPr hidden="false" id="88" name="Shape 88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9199890" cy="523219"/>
          </a:xfrm>
          <a:prstGeom prst="rect">
            <a:avLst/>
          </a:prstGeom>
        </p:spPr>
        <p:txBody>
          <a:bodyPr anchor="ctr" bIns="45720" lIns="91440" rIns="91440" tIns="45720" wrap="square">
            <a:spAutoFit/>
          </a:bodyPr>
          <a:lstStyle>
            <a:defPPr/>
            <a:lvl1pPr lvl="0">
              <a:lnSpc>
                <a:spcPct val="100000"/>
              </a:lnSpc>
              <a:defRPr b="true" sz="2800">
                <a:solidFill>
                  <a:srgbClr val="0055B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t>Образец заголовка</a:t>
            </a:r>
          </a:p>
        </p:txBody>
      </p:sp>
      <p:pic>
        <p:nvPicPr>
          <p:cNvPr hidden="false" id="90" name="Picture 90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9985138" y="170399"/>
            <a:ext cx="1655999" cy="883199"/>
          </a:xfrm>
          <a:prstGeom prst="rect">
            <a:avLst/>
          </a:prstGeom>
        </p:spPr>
      </p:pic>
      <p:sp>
        <p:nvSpPr>
          <p:cNvPr hidden="false" id="91" name="Shape 91"/>
          <p:cNvSpPr txBox="true"/>
          <p:nvPr isPhoto="false">
            <p:ph idx="1" type="body"/>
          </p:nvPr>
        </p:nvSpPr>
        <p:spPr>
          <a:xfrm flipH="false" flipV="false" rot="0">
            <a:off x="559572" y="1729294"/>
            <a:ext cx="1348446" cy="338553"/>
          </a:xfrm>
          <a:prstGeom prst="rect">
            <a:avLst/>
          </a:prstGeom>
        </p:spPr>
        <p:txBody>
          <a:bodyPr anchor="t"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true" sz="1600">
                <a:solidFill>
                  <a:srgbClr val="00BBEE"/>
                </a:solidFill>
                <a:latin typeface="Montserrat"/>
                <a:ea typeface="Montserrat"/>
                <a:cs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false"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2pPr>
          </a:lstStyle>
          <a:p>
            <a:pPr lvl="0"/>
            <a:r>
              <a:t>Заголовок</a:t>
            </a:r>
          </a:p>
        </p:txBody>
      </p:sp>
      <p:sp>
        <p:nvSpPr>
          <p:cNvPr hidden="false" id="92" name="Shape 92"/>
          <p:cNvSpPr txBox="true"/>
          <p:nvPr isPhoto="false">
            <p:ph idx="2" type="body"/>
          </p:nvPr>
        </p:nvSpPr>
        <p:spPr>
          <a:xfrm flipH="false" flipV="false" rot="0">
            <a:off x="559572" y="2409034"/>
            <a:ext cx="1649810" cy="307776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lstStyle>
            <a:defPPr/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93" name="Shape 93"/>
          <p:cNvSpPr txBox="false"/>
          <p:nvPr isPhoto="false"/>
        </p:nvSpPr>
        <p:spPr>
          <a:xfrm flipH="false" flipV="false" rot="0">
            <a:off x="11641138" y="6453188"/>
            <a:ext cx="415497" cy="307776"/>
          </a:xfrm>
          <a:prstGeom prst="rect">
            <a:avLst/>
          </a:prstGeom>
        </p:spPr>
        <p:txBody>
          <a:bodyPr bIns="45720" lIns="91440" rIns="91440" tIns="45720" wrap="none">
            <a:spAutoFit/>
          </a:bodyPr>
          <a:p>
            <a:pPr algn="l" indent="0" marL="0"/>
            <a:fld id="{5FA27222-4DEE-4586-B1A8-22A3E4D2CDA5}" type="slidenum">
              <a:rPr sz="1400">
                <a:solidFill>
                  <a:srgbClr val="8F9092"/>
                </a:solidFill>
                <a:latin typeface="Montserrat"/>
                <a:ea typeface="Montserrat"/>
                <a:cs typeface="Montserrat"/>
              </a:rPr>
              <a:t>&lt;#&gt;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</a:endParaRPr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4" Target="../slideLayouts/slideLayout3.xml" Type="http://schemas.openxmlformats.org/officeDocument/2006/relationships/slideLayout"/>
  <Relationship Id="rId1" Target="../theme/theme1.xml" Type="http://schemas.openxmlformats.org/officeDocument/2006/relationships/theme"/>
  <Relationship Id="rId8" Target="../slideLayouts/slideLayout7.xml" Type="http://schemas.openxmlformats.org/officeDocument/2006/relationships/slideLayout"/>
  <Relationship Id="rId10" Target="../slideLayouts/slideLayout9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  <Relationship Id="rId3" Target="../slideLayouts/slideLayout2.xml" Type="http://schemas.openxmlformats.org/officeDocument/2006/relationships/slideLayout"/>
  <Relationship Id="rId2" Target="../slideLayouts/slideLayout1.xml" Type="http://schemas.openxmlformats.org/officeDocument/2006/relationships/slideLayout"/>
  <Relationship Id="rId9" Target="../slideLayouts/slideLayout8.xml" Type="http://schemas.openxmlformats.org/officeDocument/2006/relationships/slideLayout"/>
  <Relationship Id="rId6" Target="../slideLayouts/slideLayout5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xStyles>
    <p:titleStyle>
      <a:defPPr/>
      <a:lvl1pPr algn="l" lvl="0">
        <a:lnSpc>
          <a:spcPct val="90000"/>
        </a:lnSpc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228600" lvl="0" marL="2286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algn="l" indent="-228600" lvl="1" marL="6858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4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11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12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3" Target="../slideLayouts/slideLayout9.xml" Type="http://schemas.openxmlformats.org/officeDocument/2006/relationships/slideLayout"/>
  <Relationship Id="rId2" Target="../media/12.png" Type="http://schemas.openxmlformats.org/officeDocument/2006/relationships/image"/>
</Relationships>

</file>

<file path=ppt/slides/_rels/slide6.xml.rels><?xml version="1.0" encoding="UTF-8" standalone="no" ?>
<Relationships xmlns="http://schemas.openxmlformats.org/package/2006/relationships">
  <Relationship Id="rId1" Target="../media/12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media/12.png" Type="http://schemas.openxmlformats.org/officeDocument/2006/relationships/image"/>
  <Relationship Id="rId3" Target="../slideLayouts/slideLayout9.xml" Type="http://schemas.openxmlformats.org/officeDocument/2006/relationships/slideLayout"/>
  <Relationship Id="rId2" Target="../media/14.jpeg" Type="http://schemas.openxmlformats.org/officeDocument/2006/relationships/image"/>
</Relationships>

</file>

<file path=ppt/slides/_rels/slide8.xml.rels><?xml version="1.0" encoding="UTF-8" standalone="no" ?>
<Relationships xmlns="http://schemas.openxmlformats.org/package/2006/relationships">
  <Relationship Id="rId1" Target="../media/15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media/16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media/17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media/18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9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9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media/19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media/20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16.xml.rels><?xml version="1.0" encoding="UTF-8" standalone="no" ?>
<Relationships xmlns="http://schemas.openxmlformats.org/package/2006/relationships">
  <Relationship Id="rId1" Target="../media/21.png" Type="http://schemas.openxmlformats.org/officeDocument/2006/relationships/image"/>
  <Relationship Id="rId3" Target="../slideLayouts/slideLayout9.xml" Type="http://schemas.openxmlformats.org/officeDocument/2006/relationships/slideLayout"/>
  <Relationship Id="rId2" Target="../media/22.png" Type="http://schemas.openxmlformats.org/officeDocument/2006/relationships/image"/>
</Relationships>

</file>

<file path=ppt/slides/_rels/slide17.xml.rels><?xml version="1.0" encoding="UTF-8" standalone="no" ?>
<Relationships xmlns="http://schemas.openxmlformats.org/package/2006/relationships">
  <Relationship Id="rId1" Target="../media/23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18.xml.rels><?xml version="1.0" encoding="UTF-8" standalone="no" ?>
<Relationships xmlns="http://schemas.openxmlformats.org/package/2006/relationships">
  <Relationship Id="rId1" Target="../media/24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19.xml.rels><?xml version="1.0" encoding="UTF-8" standalone="no" ?>
<Relationships xmlns="http://schemas.openxmlformats.org/package/2006/relationships">
  <Relationship Id="rId1" Target="../slideLayouts/slideLayout9.xml" Type="http://schemas.openxmlformats.org/officeDocument/2006/relationships/slideLayout"/>
</Relationships>

</file>

<file path=ppt/slides/_rels/slide20.xml.rels><?xml version="1.0" encoding="UTF-8" standalone="no" ?>
<Relationships xmlns="http://schemas.openxmlformats.org/package/2006/relationships">
  <Relationship Id="rId1" Target="../slideLayouts/slideLayout9.xml" Type="http://schemas.openxmlformats.org/officeDocument/2006/relationships/slideLayout"/>
</Relationships>

</file>

<file path=ppt/slides/_rels/slide21.xml.rels><?xml version="1.0" encoding="UTF-8" standalone="no" ?>
<Relationships xmlns="http://schemas.openxmlformats.org/package/2006/relationships">
  <Relationship Id="rId1" Target="../slideLayouts/slideLayout9.xml" Type="http://schemas.openxmlformats.org/officeDocument/2006/relationships/slideLayout"/>
</Relationships>

</file>

<file path=ppt/slides/_rels/slide22.xml.rels><?xml version="1.0" encoding="UTF-8" standalone="no" ?>
<Relationships xmlns="http://schemas.openxmlformats.org/package/2006/relationships">
  <Relationship Id="rId1" Target="../media/25.pn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23.xml.rels><?xml version="1.0" encoding="UTF-8" standalone="no" ?>
<Relationships xmlns="http://schemas.openxmlformats.org/package/2006/relationships">
  <Relationship Id="rId1" Target="../media/26.jpeg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24.xml.rels><?xml version="1.0" encoding="UTF-8" standalone="no" ?>
<Relationships xmlns="http://schemas.openxmlformats.org/package/2006/relationships">
  <Relationship Id="rId1" Target="../media/27.gif" Type="http://schemas.openxmlformats.org/officeDocument/2006/relationships/image"/>
  <Relationship Id="rId2" Target="../slideLayouts/slideLayout9.xml" Type="http://schemas.openxmlformats.org/officeDocument/2006/relationships/slideLayout"/>
</Relationships>

</file>

<file path=ppt/slides/_rels/slide25.xml.rels><?xml version="1.0" encoding="UTF-8" standalone="no" ?>
<Relationships xmlns="http://schemas.openxmlformats.org/package/2006/relationships">
  <Relationship Id="rId1" Target="../slideLayouts/slideLayout9.xml" Type="http://schemas.openxmlformats.org/officeDocument/2006/relationships/slideLayout"/>
</Relationships>

</file>

<file path=ppt/slides/_rels/slide26.xml.rels><?xml version="1.0" encoding="UTF-8" standalone="no" ?>
<Relationships xmlns="http://schemas.openxmlformats.org/package/2006/relationships">
  <Relationship Id="rId1" Target="../slideLayouts/slideLayout8.xml" Type="http://schemas.openxmlformats.org/officeDocument/2006/relationships/slideLayout"/>
</Relationships>

</file>

<file path=ppt/slides/slide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4" name="GroupShape 9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5" name="Shape 95"/>
          <p:cNvSpPr txBox="true"/>
          <p:nvPr isPhoto="false">
            <p:ph idx="3" type="body"/>
          </p:nvPr>
        </p:nvSpPr>
        <p:spPr>
          <a:xfrm flipH="false" flipV="false" rot="0">
            <a:off x="560194" y="2567225"/>
            <a:ext cx="4609335" cy="46166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</a:pPr>
            <a:r>
              <a:rPr>
                <a:latin typeface="Montserrat"/>
                <a:ea typeface="Montserrat"/>
                <a:cs typeface="Montserrat"/>
              </a:rPr>
              <a:t>Егоров А.Д.</a:t>
            </a:r>
          </a:p>
        </p:txBody>
      </p:sp>
      <p:sp>
        <p:nvSpPr>
          <p:cNvPr hidden="false" id="96" name="Shape 96"/>
          <p:cNvSpPr txBox="true"/>
          <p:nvPr isPhoto="false">
            <p:ph idx="4" type="body"/>
          </p:nvPr>
        </p:nvSpPr>
        <p:spPr>
          <a:xfrm flipH="false" flipV="false" rot="0">
            <a:off x="560194" y="3198167"/>
            <a:ext cx="9244709" cy="120032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</a:pPr>
            <a:r>
              <a:t>Как вообще работает этот искусственный интеллект?</a:t>
            </a:r>
          </a:p>
        </p:txBody>
      </p:sp>
      <p:sp>
        <p:nvSpPr>
          <p:cNvPr hidden="false" id="97" name="Shape 97"/>
          <p:cNvSpPr txBox="true"/>
          <p:nvPr isPhoto="false">
            <p:ph idx="2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</a:pPr>
          </a:p>
        </p:txBody>
      </p:sp>
    </p:spTree>
  </p:cSld>
</p:sld>
</file>

<file path=ppt/slides/slide2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8" name="GroupShape 9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00" name="Picture 10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472489" y="565066"/>
            <a:ext cx="11247021" cy="5465763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1" name="GroupShape 10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2" name="Shape 102"/>
          <p:cNvSpPr txBox="true"/>
          <p:nvPr isPhoto="false">
            <p:ph idx="4" type="body"/>
          </p:nvPr>
        </p:nvSpPr>
        <p:spPr>
          <a:xfrm flipH="false" flipV="false" rot="0">
            <a:off x="560194" y="3105834"/>
            <a:ext cx="5043901" cy="120032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</a:pPr>
            <a:r>
              <a:t>Как устроено обучение?</a:t>
            </a:r>
          </a:p>
        </p:txBody>
      </p:sp>
    </p:spTree>
  </p:cSld>
</p:sld>
</file>

<file path=ppt/slides/slide4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3" name="GroupShape 10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4" name="Shape 10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Обучение с учителем</a:t>
            </a:r>
          </a:p>
        </p:txBody>
      </p:sp>
      <p:pic>
        <p:nvPicPr>
          <p:cNvPr hidden="false" id="106" name="Picture 106"/>
          <p:cNvPicPr preferRelativeResize="true"/>
          <p:nvPr isPhoto="false"/>
        </p:nvPicPr>
        <p:blipFill>
          <a:blip r:embed="rId1"/>
          <a:srcRect b="0" l="0" r="48630" t="0"/>
          <a:stretch/>
        </p:blipFill>
        <p:spPr>
          <a:xfrm flipH="false" flipV="false" rot="0">
            <a:off x="184184" y="1568510"/>
            <a:ext cx="5332123" cy="456252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7" name="GroupShape 10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8" name="Shape 10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Обучение с учителем</a:t>
            </a:r>
          </a:p>
        </p:txBody>
      </p:sp>
      <p:pic>
        <p:nvPicPr>
          <p:cNvPr hidden="false" id="110" name="Picture 11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5390349" y="2757952"/>
            <a:ext cx="6113080" cy="2757313"/>
          </a:xfrm>
          <a:prstGeom prst="rect">
            <a:avLst/>
          </a:prstGeom>
        </p:spPr>
      </p:pic>
      <p:pic>
        <p:nvPicPr>
          <p:cNvPr hidden="false" id="112" name="Picture 112"/>
          <p:cNvPicPr preferRelativeResize="true"/>
          <p:nvPr isPhoto="false"/>
        </p:nvPicPr>
        <p:blipFill>
          <a:blip r:embed="rId2"/>
          <a:srcRect b="0" l="0" r="48630" t="0"/>
          <a:stretch/>
        </p:blipFill>
        <p:spPr>
          <a:xfrm flipH="false" flipV="false" rot="0">
            <a:off x="184184" y="1568510"/>
            <a:ext cx="5332123" cy="456252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3" name="GroupShape 1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4" name="Shape 11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Обучение без учителя</a:t>
            </a:r>
          </a:p>
        </p:txBody>
      </p:sp>
      <p:pic>
        <p:nvPicPr>
          <p:cNvPr hidden="false" id="116" name="Picture 116"/>
          <p:cNvPicPr preferRelativeResize="true"/>
          <p:nvPr isPhoto="false"/>
        </p:nvPicPr>
        <p:blipFill>
          <a:blip r:embed="rId1"/>
          <a:srcRect b="0" l="50309" r="0" t="0"/>
          <a:stretch/>
        </p:blipFill>
        <p:spPr>
          <a:xfrm flipH="false" flipV="false" rot="0">
            <a:off x="1103168" y="1613611"/>
            <a:ext cx="4737808" cy="456252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7" name="GroupShape 1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8" name="Shape 11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Обучение без учителя</a:t>
            </a:r>
          </a:p>
        </p:txBody>
      </p:sp>
      <p:pic>
        <p:nvPicPr>
          <p:cNvPr hidden="false" id="120" name="Picture 120"/>
          <p:cNvPicPr preferRelativeResize="true"/>
          <p:nvPr isPhoto="false"/>
        </p:nvPicPr>
        <p:blipFill>
          <a:blip r:embed="rId1"/>
          <a:srcRect b="0" l="50309" r="0" t="0"/>
          <a:stretch/>
        </p:blipFill>
        <p:spPr>
          <a:xfrm flipH="false" flipV="false" rot="0">
            <a:off x="1103168" y="1613611"/>
            <a:ext cx="4737808" cy="4562520"/>
          </a:xfrm>
          <a:prstGeom prst="rect">
            <a:avLst/>
          </a:prstGeom>
        </p:spPr>
      </p:pic>
      <p:pic>
        <p:nvPicPr>
          <p:cNvPr hidden="false" id="122" name="Picture 122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6781007" y="1519307"/>
            <a:ext cx="4235395" cy="4671391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3" name="GroupShape 12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4" name="Shape 12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Обучение с подкреплением</a:t>
            </a:r>
          </a:p>
        </p:txBody>
      </p:sp>
      <p:pic>
        <p:nvPicPr>
          <p:cNvPr hidden="false" id="126" name="Picture 126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238500" y="1738814"/>
            <a:ext cx="5715000" cy="4524375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7" name="GroupShape 1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8" name="Shape 12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Общая схема методов</a:t>
            </a:r>
          </a:p>
        </p:txBody>
      </p:sp>
      <p:pic>
        <p:nvPicPr>
          <p:cNvPr hidden="false" id="130" name="Picture 13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881349" y="1119028"/>
            <a:ext cx="10429301" cy="5480045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1" name="GroupShape 1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2" name="Shape 13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Почему этим приходится заниматься?</a:t>
            </a:r>
          </a:p>
        </p:txBody>
      </p:sp>
      <p:sp>
        <p:nvSpPr>
          <p:cNvPr hidden="false" id="133" name="Shape 133"/>
          <p:cNvSpPr txBox="true"/>
          <p:nvPr isPhoto="false">
            <p:ph idx="2" type="body"/>
          </p:nvPr>
        </p:nvSpPr>
        <p:spPr>
          <a:xfrm flipH="false" flipV="false" rot="0">
            <a:off x="347490" y="2127772"/>
            <a:ext cx="5742076" cy="289309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/>
              <a:t>Не менее 80% данных в мире не «структурированы» или не размечены и доля </a:t>
            </a:r>
            <a:r>
              <a:rPr sz="1800"/>
              <a:t>неструктированных</a:t>
            </a:r>
            <a:r>
              <a:rPr sz="1800"/>
              <a:t> данных растёт (оценка, конечно, не может быть точно)</a:t>
            </a:r>
          </a:p>
          <a:p>
            <a:pPr algn="l" indent="-342900"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/>
              <a:t>Структурирование данных стоит денег (это тоже бизнес)</a:t>
            </a:r>
          </a:p>
          <a:p>
            <a:pPr algn="l" indent="-342900"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endParaRPr sz="1800"/>
          </a:p>
          <a:p>
            <a:pPr algn="l" indent="-342900"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endParaRPr sz="1800"/>
          </a:p>
          <a:p>
            <a:pPr algn="l" indent="-342900"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/>
              <a:t>Разметка – это просто долго</a:t>
            </a:r>
          </a:p>
        </p:txBody>
      </p:sp>
      <p:pic>
        <p:nvPicPr>
          <p:cNvPr hidden="false" id="135" name="Picture 13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6500556" y="2229056"/>
            <a:ext cx="5343953" cy="1628705"/>
          </a:xfrm>
          <a:prstGeom prst="rect">
            <a:avLst/>
          </a:prstGeom>
        </p:spPr>
      </p:pic>
      <p:sp>
        <p:nvSpPr>
          <p:cNvPr hidden="false" id="136" name="Shape 136"/>
          <p:cNvSpPr txBox="true"/>
          <p:nvPr isPhoto="false"/>
        </p:nvSpPr>
        <p:spPr>
          <a:xfrm flipH="false" flipV="false" rot="0">
            <a:off x="6089566" y="4114266"/>
            <a:ext cx="6097836" cy="1477328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Общее время = 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(10 000 изображений ÷ (35 </a:t>
            </a:r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изобр</a:t>
            </a:r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./день × 4 человека)) × 1.3 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≈ 93 рабочих часа ÷ 8 ≈ 11–12 рабочих дней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+ 3–5 дней на подготовку, QA, правки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2–3 недели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7" name="GroupShape 1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8" name="Shape 138"/>
          <p:cNvSpPr txBox="true"/>
          <p:nvPr isPhoto="false">
            <p:ph idx="0" type="title"/>
          </p:nvPr>
        </p:nvSpPr>
        <p:spPr>
          <a:xfrm flipH="false" flipV="false" rot="0">
            <a:off x="559572" y="143658"/>
            <a:ext cx="9199890" cy="954107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Минимум того, что нужен для обучения с учителем</a:t>
            </a:r>
          </a:p>
        </p:txBody>
      </p:sp>
      <p:pic>
        <p:nvPicPr>
          <p:cNvPr hidden="false" id="140" name="Picture 14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762599" y="1281103"/>
            <a:ext cx="9199891" cy="5209533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1" name="GroupShape 1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2" name="Shape 14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Примеры в данных</a:t>
            </a:r>
          </a:p>
        </p:txBody>
      </p:sp>
      <p:graphicFrame>
        <p:nvGraphicFramePr>
          <p:cNvPr hidden="false" id="143" name="Table 143"/>
          <p:cNvGraphicFramePr/>
          <p:nvPr isPhoto="false"/>
        </p:nvGraphicFramePr>
        <p:xfrm flipH="false" flipV="false" rot="0">
          <a:off x="838200" y="2377440"/>
          <a:ext cx="10515600" cy="2103120"/>
        </p:xfrm>
        <a:graphic>
          <a:graphicData uri="http://schemas.openxmlformats.org/drawingml/2006/table">
            <a:tbl>
              <a:tblPr bandCol="false" bandRow="false" firstCol="false" firstRow="false" lastCol="false" lastRow="false"/>
              <a:tblGrid>
                <a:gridCol w="858398"/>
                <a:gridCol w="3933021"/>
                <a:gridCol w="5724181"/>
              </a:tblGrid>
              <a:tr h="152400"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Пример данных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Почему нет меток?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>
                      <a:noFill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</a:tr>
              <a:tr h="152400"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📱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Логи мобильного приложения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Пользователи не ставят =) теги своим действиям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>
                      <a:noFill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</a:tr>
              <a:tr h="152400"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🏦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Транзакции в банке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Мошенничество редко =) помечено заранее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>
                      <a:noFill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</a:tr>
              <a:tr h="152400"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🏥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МРТ/КТ-снимки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Детальная диагностика требует времени врача-эксперта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>
                      <a:noFill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B>
                    <a:solidFill>
                      <a:srgbClr val="FFFFFF"/>
                    </a:solidFill>
                  </a:tcPr>
                </a:tc>
              </a:tr>
              <a:tr h="152400"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🌐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Посты в соцсетях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l" indent="0" marL="0">
                        <a:buNone/>
                      </a:pPr>
                      <a:r>
                        <a:t>Невозможно вручную классифицировать миллиарды сообщений</a:t>
                      </a:r>
                    </a:p>
                  </a:txBody>
                  <a:tcPr anchor="ctr" anchorCtr="false" marB="45720" marL="91440" marR="91440" marT="45720" vert="horz">
                    <a:lnL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L>
                    <a:lnR>
                      <a:noFill/>
                    </a:lnR>
                    <a:lnT w="12700">
                      <a:solidFill>
                        <a:srgbClr val="E3E3E3"/>
                      </a:solidFill>
                      <a:prstDash val="solid"/>
                      <a:headEnd len="med" type="none" w="med"/>
                      <a:tailEnd len="med" type="none" w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4" name="GroupShape 14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5" name="Shape 145"/>
          <p:cNvSpPr txBox="true"/>
          <p:nvPr isPhoto="false">
            <p:ph idx="0" type="title"/>
          </p:nvPr>
        </p:nvSpPr>
        <p:spPr>
          <a:xfrm flipH="false" flipV="false" rot="0">
            <a:off x="559572" y="143658"/>
            <a:ext cx="9199890" cy="954107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Когда надо заниматься обучением без учителя?</a:t>
            </a:r>
          </a:p>
        </p:txBody>
      </p:sp>
      <p:sp>
        <p:nvSpPr>
          <p:cNvPr hidden="false" id="146" name="Shape 146"/>
          <p:cNvSpPr txBox="true"/>
          <p:nvPr isPhoto="false"/>
        </p:nvSpPr>
        <p:spPr>
          <a:xfrm flipH="false" flipV="false" rot="0">
            <a:off x="474644" y="3005104"/>
            <a:ext cx="5154976" cy="181588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lstStyle>
            <a:defPPr/>
            <a:lvl1pPr algn="l" indent="0" lvl="0" mar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-457200" marL="457200">
              <a:buFont typeface="Arial"/>
              <a:buChar char="•"/>
            </a:pPr>
            <a:r>
              <a:rPr b="false" i="false" sz="2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Нет размеченных данных</a:t>
            </a:r>
          </a:p>
          <a:p>
            <a:pPr algn="l" indent="-457200" marL="457200">
              <a:buFont typeface="Arial"/>
              <a:buChar char="•"/>
            </a:pPr>
            <a:r>
              <a:rPr b="false" i="false" sz="2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Нужно исследовать данные</a:t>
            </a:r>
          </a:p>
          <a:p>
            <a:pPr algn="l" indent="-457200" marL="457200">
              <a:buFont typeface="Arial"/>
              <a:buChar char="•"/>
            </a:pPr>
            <a:r>
              <a:rPr b="false" i="false" sz="2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Ищете аномалии</a:t>
            </a:r>
          </a:p>
          <a:p>
            <a:pPr algn="l" indent="-457200" marL="457200">
              <a:buFont typeface="Arial"/>
              <a:buChar char="•"/>
            </a:pPr>
            <a:r>
              <a:rPr b="false" i="false" sz="2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Хотите сжать данные</a:t>
            </a:r>
          </a:p>
        </p:txBody>
      </p:sp>
      <p:sp>
        <p:nvSpPr>
          <p:cNvPr hidden="false" id="147" name="Shape 147"/>
          <p:cNvSpPr txBox="true"/>
          <p:nvPr isPhoto="false"/>
        </p:nvSpPr>
        <p:spPr>
          <a:xfrm flipH="false" flipV="false" rot="0">
            <a:off x="6094164" y="3174380"/>
            <a:ext cx="6097836" cy="1938991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lstStyle>
            <a:defPPr/>
            <a:lvl1pPr algn="l" indent="0" lvl="0" mar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-285750" marL="285750">
              <a:buFont typeface="Arial"/>
              <a:buChar char="•"/>
            </a:pPr>
            <a:r>
              <a:rPr b="false" i="false" sz="2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Нужны точные предсказания</a:t>
            </a:r>
          </a:p>
          <a:p>
            <a:pPr algn="l" indent="-285750" marL="285750">
              <a:buFont typeface="Arial"/>
              <a:buChar char="•"/>
            </a:pPr>
            <a:r>
              <a:rPr b="false" i="false" sz="2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Есть готовые метки</a:t>
            </a:r>
          </a:p>
          <a:p>
            <a:pPr algn="l" indent="-285750" marL="285750">
              <a:buFont typeface="Arial"/>
              <a:buChar char="•"/>
            </a:pPr>
            <a:r>
              <a:rPr b="false" i="false" sz="2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Требуется интерпретируемость</a:t>
            </a:r>
          </a:p>
          <a:p>
            <a:pPr algn="l" indent="0" marL="0">
              <a:buNone/>
            </a:pPr>
            <a:br/>
          </a:p>
        </p:txBody>
      </p:sp>
      <p:sp>
        <p:nvSpPr>
          <p:cNvPr hidden="false" id="148" name="Shape 148"/>
          <p:cNvSpPr txBox="true"/>
          <p:nvPr isPhoto="false"/>
        </p:nvSpPr>
        <p:spPr>
          <a:xfrm flipH="false" flipV="false" rot="0">
            <a:off x="2248707" y="1874462"/>
            <a:ext cx="803425" cy="52322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sz="28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Да!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9" name="Shape 149"/>
          <p:cNvSpPr txBox="true"/>
          <p:nvPr isPhoto="false"/>
        </p:nvSpPr>
        <p:spPr>
          <a:xfrm flipH="false" flipV="false" rot="0">
            <a:off x="8134467" y="1874462"/>
            <a:ext cx="1005403" cy="52322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sz="28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Нет!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4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0" name="GroupShape 15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1" name="Shape 15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Кластеризация	</a:t>
            </a:r>
          </a:p>
        </p:txBody>
      </p:sp>
      <p:sp>
        <p:nvSpPr>
          <p:cNvPr hidden="false" id="152" name="Shape 152"/>
          <p:cNvSpPr txBox="true"/>
          <p:nvPr isPhoto="false"/>
        </p:nvSpPr>
        <p:spPr>
          <a:xfrm flipH="false" flipV="false" rot="0">
            <a:off x="559572" y="1440322"/>
            <a:ext cx="6097835" cy="369331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Объединение объектов в группы по схожести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54" name="Picture 154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139462" y="1964999"/>
            <a:ext cx="7620000" cy="453390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5" name="GroupShape 15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6" name="Shape 15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Развлечёмся</a:t>
            </a:r>
          </a:p>
        </p:txBody>
      </p:sp>
      <p:pic>
        <p:nvPicPr>
          <p:cNvPr hidden="false" id="158" name="Picture 158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893339" y="1190794"/>
            <a:ext cx="8405323" cy="4119337"/>
          </a:xfrm>
          <a:prstGeom prst="rect">
            <a:avLst/>
          </a:prstGeom>
        </p:spPr>
      </p:pic>
      <p:sp>
        <p:nvSpPr>
          <p:cNvPr hidden="false" id="159" name="Shape 159"/>
          <p:cNvSpPr txBox="true"/>
          <p:nvPr isPhoto="false"/>
        </p:nvSpPr>
        <p:spPr>
          <a:xfrm flipH="false" flipV="false" rot="0">
            <a:off x="4282807" y="5667206"/>
            <a:ext cx="6097836" cy="36933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https://clustering-visualizer.web.app/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6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0" name="GroupShape 16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1" name="Shape 16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Варианты кластеризации</a:t>
            </a:r>
          </a:p>
        </p:txBody>
      </p:sp>
      <p:pic>
        <p:nvPicPr>
          <p:cNvPr hidden="false" id="163" name="Picture 163"/>
          <p:cNvPicPr preferRelativeResize="true"/>
          <p:nvPr isPhoto="false"/>
        </p:nvPicPr>
        <p:blipFill>
          <a:blip r:embed="rId1"/>
          <a:srcRect b="9557" l="9007" r="11620" t="31326"/>
          <a:stretch/>
        </p:blipFill>
        <p:spPr>
          <a:xfrm flipH="false" flipV="false" rot="0">
            <a:off x="341522" y="2126255"/>
            <a:ext cx="4869217" cy="3569465"/>
          </a:xfrm>
          <a:prstGeom prst="rect">
            <a:avLst/>
          </a:prstGeom>
        </p:spPr>
      </p:pic>
      <p:pic>
        <p:nvPicPr>
          <p:cNvPr hidden="false" id="165" name="Picture 165"/>
          <p:cNvPicPr preferRelativeResize="true"/>
          <p:nvPr isPhoto="false"/>
        </p:nvPicPr>
        <p:blipFill>
          <a:blip r:embed="rId2"/>
          <a:srcRect b="9879" l="8849" r="6558" t="32289"/>
          <a:stretch/>
        </p:blipFill>
        <p:spPr>
          <a:xfrm flipH="false" flipV="false" rot="0">
            <a:off x="6095999" y="2036061"/>
            <a:ext cx="5438661" cy="365966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6" name="GroupShape 16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7" name="Shape 16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Варианты кластеризации</a:t>
            </a:r>
          </a:p>
        </p:txBody>
      </p:sp>
      <p:pic>
        <p:nvPicPr>
          <p:cNvPr hidden="false" id="169" name="Picture 169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247393" y="1898570"/>
            <a:ext cx="5476875" cy="3695700"/>
          </a:xfrm>
          <a:prstGeom prst="rect">
            <a:avLst/>
          </a:prstGeom>
        </p:spPr>
      </p:pic>
    </p:spTree>
  </p:cSld>
</p:sld>
</file>

<file path=ppt/slides/slide18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0" name="GroupShape 17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1" name="Shape 17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Снижение размерности</a:t>
            </a:r>
          </a:p>
        </p:txBody>
      </p:sp>
      <p:sp>
        <p:nvSpPr>
          <p:cNvPr hidden="false" id="172" name="Shape 172"/>
          <p:cNvSpPr txBox="true"/>
          <p:nvPr isPhoto="false"/>
        </p:nvSpPr>
        <p:spPr>
          <a:xfrm flipH="false" flipV="false" rot="0">
            <a:off x="559571" y="1352186"/>
            <a:ext cx="10964072" cy="36933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Борьба с «</a:t>
            </a:r>
            <a:r>
              <a:rPr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п</a:t>
            </a:r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роклятием размерности», шумом, избыточностью и за ускорение вычислений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74" name="Picture 174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231607" y="2191383"/>
            <a:ext cx="7620000" cy="3019425"/>
          </a:xfrm>
          <a:prstGeom prst="rect">
            <a:avLst/>
          </a:prstGeom>
        </p:spPr>
      </p:pic>
    </p:spTree>
  </p:cSld>
</p:sld>
</file>

<file path=ppt/slides/slide19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5" name="GroupShape 17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6" name="Shape 176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9199890" cy="52321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Поиск ассоциативных правил</a:t>
            </a:r>
          </a:p>
        </p:txBody>
      </p:sp>
      <p:sp>
        <p:nvSpPr>
          <p:cNvPr hidden="false" id="177" name="Shape 177"/>
          <p:cNvSpPr txBox="true"/>
          <p:nvPr isPhoto="false"/>
        </p:nvSpPr>
        <p:spPr>
          <a:xfrm flipH="false" flipV="false" rot="0">
            <a:off x="559572" y="1208967"/>
            <a:ext cx="6097835" cy="36933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Найти связи между событиями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0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8" name="GroupShape 17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9" name="Shape 179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9199890" cy="52321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Поиск ассоциативных правил</a:t>
            </a:r>
          </a:p>
        </p:txBody>
      </p:sp>
      <p:sp>
        <p:nvSpPr>
          <p:cNvPr hidden="false" id="180" name="Shape 180"/>
          <p:cNvSpPr txBox="true"/>
          <p:nvPr isPhoto="false"/>
        </p:nvSpPr>
        <p:spPr>
          <a:xfrm flipH="false" flipV="false" rot="0">
            <a:off x="559572" y="1208967"/>
            <a:ext cx="6097835" cy="36933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Найти связи между событиями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1" name="Shape 181"/>
          <p:cNvSpPr txBox="true"/>
          <p:nvPr isPhoto="false"/>
        </p:nvSpPr>
        <p:spPr>
          <a:xfrm flipH="false" flipV="false" rot="0">
            <a:off x="5030583" y="2109889"/>
            <a:ext cx="6097835" cy="36933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Пиво -</a:t>
            </a:r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&gt; </a:t>
            </a:r>
            <a:r>
              <a:rPr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подгузники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82" name="GroupShape 1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3" name="Shape 183"/>
          <p:cNvSpPr txBox="true"/>
          <p:nvPr isPhoto="false">
            <p:ph idx="0" type="title"/>
          </p:nvPr>
        </p:nvSpPr>
        <p:spPr>
          <a:xfrm flipH="false" flipV="false" rot="0">
            <a:off x="559572" y="359101"/>
            <a:ext cx="9199890" cy="52321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Поиск ассоциативных правил</a:t>
            </a:r>
          </a:p>
        </p:txBody>
      </p:sp>
      <p:sp>
        <p:nvSpPr>
          <p:cNvPr hidden="false" id="184" name="Shape 184"/>
          <p:cNvSpPr txBox="true"/>
          <p:nvPr isPhoto="false"/>
        </p:nvSpPr>
        <p:spPr>
          <a:xfrm flipH="false" flipV="false" rot="0">
            <a:off x="559572" y="1208967"/>
            <a:ext cx="6097835" cy="36933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Найти связи между событиями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5" name="Shape 185"/>
          <p:cNvSpPr txBox="true"/>
          <p:nvPr isPhoto="false"/>
        </p:nvSpPr>
        <p:spPr>
          <a:xfrm flipH="false" flipV="false" rot="0">
            <a:off x="3379424" y="2990533"/>
            <a:ext cx="6097836" cy="34163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🕐 1990-е годы, США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🏪 Сеть магазинов (часто называют </a:t>
            </a:r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</a:t>
            </a:r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🔍 Задача: проанализировать чеки покупателей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💡 Открытие: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 обнаружил, что по пятницам вечером мужчины, 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покупающие подгузники, с высокой вероятностью также 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покупают пиво.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🎯 Действие: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Магазин разместил пиво рядом с подгузниками → 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sz="1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продажи обоих товаров выросли на ~35%.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6" name="Shape 186"/>
          <p:cNvSpPr txBox="true"/>
          <p:nvPr isPhoto="false"/>
        </p:nvSpPr>
        <p:spPr>
          <a:xfrm flipH="false" flipV="false" rot="0">
            <a:off x="5030583" y="2109889"/>
            <a:ext cx="6097835" cy="369332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Пиво -</a:t>
            </a:r>
            <a:r>
              <a:rPr b="false" i="false"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&gt; </a:t>
            </a:r>
            <a:r>
              <a:rPr sz="1800">
                <a:solidFill>
                  <a:srgbClr val="1D1D1F"/>
                </a:solidFill>
                <a:latin typeface="system-ui"/>
                <a:ea typeface="system-ui"/>
                <a:cs typeface="system-ui"/>
              </a:rPr>
              <a:t>подгузники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2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87" name="GroupShape 18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8" name="Shape 18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Автоэнкодеры</a:t>
            </a:r>
          </a:p>
        </p:txBody>
      </p:sp>
      <p:pic>
        <p:nvPicPr>
          <p:cNvPr hidden="false" id="190" name="Picture 19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779464" y="2327121"/>
            <a:ext cx="6633071" cy="3731103"/>
          </a:xfrm>
          <a:prstGeom prst="rect">
            <a:avLst/>
          </a:prstGeom>
        </p:spPr>
      </p:pic>
    </p:spTree>
  </p:cSld>
</p:sld>
</file>

<file path=ppt/slides/slide23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1" name="GroupShape 1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92" name="Shape 19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  <a:r>
              <a:t>Обучение без учителя в нейронных сетях</a:t>
            </a:r>
          </a:p>
        </p:txBody>
      </p:sp>
      <p:pic>
        <p:nvPicPr>
          <p:cNvPr hidden="false" id="194" name="Picture 194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333500" y="1300163"/>
            <a:ext cx="9525000" cy="4257675"/>
          </a:xfrm>
          <a:prstGeom prst="rect">
            <a:avLst/>
          </a:prstGeom>
        </p:spPr>
      </p:pic>
    </p:spTree>
  </p:cSld>
</p:sld>
</file>

<file path=ppt/slides/slide24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5" name="GroupShape 19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96" name="Shape 19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</a:p>
        </p:txBody>
      </p:sp>
      <p:pic>
        <p:nvPicPr>
          <p:cNvPr hidden="false" id="198" name="Picture 198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762000"/>
            <a:ext cx="12192000" cy="5334000"/>
          </a:xfrm>
          <a:prstGeom prst="rect">
            <a:avLst/>
          </a:prstGeom>
        </p:spPr>
      </p:pic>
    </p:spTree>
  </p:cSld>
</p:sld>
</file>

<file path=ppt/slides/slide25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9" name="GroupShape 19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0" name="Shape 20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100000"/>
              </a:lnSpc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01" name="GroupShape 20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2" name="Shape 202"/>
          <p:cNvSpPr txBox="true"/>
          <p:nvPr isPhoto="false">
            <p:ph idx="2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</a:pPr>
          </a:p>
        </p:txBody>
      </p:sp>
      <p:sp>
        <p:nvSpPr>
          <p:cNvPr hidden="false" id="203" name="Shape 203"/>
          <p:cNvSpPr txBox="true"/>
          <p:nvPr isPhoto="false">
            <p:ph idx="3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</a:pPr>
          </a:p>
        </p:txBody>
      </p:sp>
      <p:sp>
        <p:nvSpPr>
          <p:cNvPr hidden="false" id="204" name="Shape 204"/>
          <p:cNvSpPr txBox="true"/>
          <p:nvPr isPhoto="false">
            <p:ph idx="4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</a:pPr>
          </a:p>
        </p:txBody>
      </p:sp>
    </p:spTree>
  </p:cSld>
</p:sld>
</file>

<file path=ppt/theme/theme1.xml><?xml version="1.0" encoding="utf-8"?>
<a:theme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MyOffice-CoreFramework-Android/40-1423.1132.10486.1056.1@7875681add7d56c228e5331fe7c51cf7b4fd13ed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2020-05-28T16:18:16Z</dcterms:created>
  <dcterms:modified xsi:type="dcterms:W3CDTF">2026-04-04T20:55:10Z</dcterms:modified>
</cp:coreProperties>
</file>